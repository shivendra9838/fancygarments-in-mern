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87" r:id="rId1"/>
  </p:sldMasterIdLst>
  <p:notesMasterIdLst>
    <p:notesMasterId r:id="rId15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8" r:id="rId13"/>
    <p:sldId id="265" r:id="rId14"/>
  </p:sldIdLst>
  <p:sldSz cx="14630400" cy="8229600"/>
  <p:notesSz cx="8229600" cy="14630400"/>
  <p:embeddedFontLst>
    <p:embeddedFont>
      <p:font typeface="Gill Sans MT" panose="020B0502020104020203" pitchFamily="34" charset="0"/>
      <p:regular r:id="rId16"/>
      <p:bold r:id="rId17"/>
      <p:italic r:id="rId18"/>
      <p:boldItalic r:id="rId19"/>
    </p:embeddedFont>
    <p:embeddedFont>
      <p:font typeface="Sora Light" panose="020B0604020202020204" charset="0"/>
      <p:regular r:id="rId20"/>
    </p:embeddedFont>
    <p:embeddedFont>
      <p:font typeface="Sora Semi Bold" panose="020B0604020202020204" charset="0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1710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01335" y="962758"/>
            <a:ext cx="10364488" cy="3049717"/>
          </a:xfrm>
        </p:spPr>
        <p:txBody>
          <a:bodyPr bIns="0" anchor="b">
            <a:normAutofit/>
          </a:bodyPr>
          <a:lstStyle>
            <a:lvl1pPr algn="l">
              <a:defRPr sz="7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01336" y="4237446"/>
            <a:ext cx="10364486" cy="117314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160" b="0" cap="all" baseline="0">
                <a:solidFill>
                  <a:schemeClr val="tx1"/>
                </a:solidFill>
              </a:defRPr>
            </a:lvl1pPr>
            <a:lvl2pPr marL="548640" indent="0" algn="ctr">
              <a:buNone/>
              <a:defRPr sz="216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9801" y="395169"/>
            <a:ext cx="5968698" cy="3710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5197" y="958767"/>
            <a:ext cx="973223" cy="60429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901336" y="4234250"/>
            <a:ext cx="1036448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29234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86504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5087" y="2107356"/>
            <a:ext cx="10371785" cy="2265540"/>
          </a:xfrm>
        </p:spPr>
        <p:txBody>
          <a:bodyPr anchor="b">
            <a:normAutofit/>
          </a:bodyPr>
          <a:lstStyle>
            <a:lvl1pPr algn="l"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5087" y="4567435"/>
            <a:ext cx="10356535" cy="1215515"/>
          </a:xfrm>
        </p:spPr>
        <p:txBody>
          <a:bodyPr tIns="91440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45087" y="4565982"/>
            <a:ext cx="103565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32244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9061" y="965867"/>
            <a:ext cx="11526762" cy="12711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6797" y="2413054"/>
            <a:ext cx="5574182" cy="41383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96525" y="2420812"/>
            <a:ext cx="5574182" cy="41298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90356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6630" y="964996"/>
            <a:ext cx="11529193" cy="12675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6629" y="2423459"/>
            <a:ext cx="5574182" cy="9623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6629" y="3389124"/>
            <a:ext cx="5574182" cy="31733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94835" y="2427604"/>
            <a:ext cx="5574182" cy="9626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94835" y="3385790"/>
            <a:ext cx="5574182" cy="31648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546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6587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392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606" y="958768"/>
            <a:ext cx="3927719" cy="2696540"/>
          </a:xfrm>
        </p:spPr>
        <p:txBody>
          <a:bodyPr anchor="b">
            <a:normAutofit/>
          </a:bodyPr>
          <a:lstStyle>
            <a:lvl1pPr algn="l"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2457" y="958769"/>
            <a:ext cx="7214964" cy="559059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3606" y="3846590"/>
            <a:ext cx="3930016" cy="2697817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737936" y="3846589"/>
            <a:ext cx="392338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7871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8972865" y="578605"/>
            <a:ext cx="4889440" cy="617892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1447" y="1355416"/>
            <a:ext cx="6638794" cy="2196701"/>
          </a:xfrm>
        </p:spPr>
        <p:txBody>
          <a:bodyPr anchor="b">
            <a:normAutofit/>
          </a:bodyPr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49268" y="1347051"/>
            <a:ext cx="3349405" cy="4639592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40395" y="3775191"/>
            <a:ext cx="6629285" cy="2404490"/>
          </a:xfrm>
        </p:spPr>
        <p:txBody>
          <a:bodyPr>
            <a:normAutofit/>
          </a:bodyPr>
          <a:lstStyle>
            <a:lvl1pPr marL="0" indent="0" algn="l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736859" y="6563828"/>
            <a:ext cx="6632821" cy="384148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36858" y="382369"/>
            <a:ext cx="6649205" cy="38511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36859" y="3772326"/>
            <a:ext cx="66328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1489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41582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26933" y="958768"/>
            <a:ext cx="1938890" cy="559186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3606" y="958768"/>
            <a:ext cx="9394596" cy="55918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1326933" y="958768"/>
            <a:ext cx="0" cy="559186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82092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8186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252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96350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4194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874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04131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7021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7008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5078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0489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423372"/>
            <a:ext cx="14630400" cy="49271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351776"/>
            <a:ext cx="14630400" cy="8915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41895" y="965423"/>
            <a:ext cx="11523930" cy="12590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1895" y="2418879"/>
            <a:ext cx="11523930" cy="4140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4966" y="396445"/>
            <a:ext cx="4200858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1895" y="395169"/>
            <a:ext cx="7126603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6073" y="958767"/>
            <a:ext cx="973223" cy="60429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336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354096"/>
            <a:ext cx="146304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808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  <p:sldLayoutId id="2147483800" r:id="rId13"/>
    <p:sldLayoutId id="2147483801" r:id="rId14"/>
    <p:sldLayoutId id="2147483802" r:id="rId15"/>
    <p:sldLayoutId id="2147483803" r:id="rId16"/>
    <p:sldLayoutId id="2147483804" r:id="rId17"/>
    <p:sldLayoutId id="2147483805" r:id="rId18"/>
    <p:sldLayoutId id="2147483806" r:id="rId19"/>
    <p:sldLayoutId id="2147483807" r:id="rId20"/>
    <p:sldLayoutId id="2147483808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84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6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2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8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44709" y="285452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Fancy Garments</a:t>
            </a:r>
            <a:endParaRPr lang="en-US" sz="4450" b="1" dirty="0"/>
          </a:p>
        </p:txBody>
      </p:sp>
      <p:sp>
        <p:nvSpPr>
          <p:cNvPr id="4" name="Text 1"/>
          <p:cNvSpPr/>
          <p:nvPr/>
        </p:nvSpPr>
        <p:spPr>
          <a:xfrm>
            <a:off x="6244709" y="3653790"/>
            <a:ext cx="689681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 Complete MERN Stack E-Commerce Solution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44709" y="4334947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full-featured fashion e-commerce platform featuring user shopping capabilities, secure payments, and an intuitive admin dashboard for comprehensive store management.</a:t>
            </a:r>
            <a:endParaRPr lang="en-US" sz="17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ED2EA0-704B-F44D-F0A2-3DA28836A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0" y="0"/>
            <a:ext cx="5805376" cy="7343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3501" y="869633"/>
            <a:ext cx="4327208" cy="540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43501" y="1659969"/>
            <a:ext cx="11943278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Built with modern JavaScript technologies for seamless development and optimal performance.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343501" y="2031683"/>
            <a:ext cx="5909191" cy="1769983"/>
          </a:xfrm>
          <a:prstGeom prst="roundRect">
            <a:avLst>
              <a:gd name="adj" fmla="val 3902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15547" y="2203728"/>
            <a:ext cx="493276" cy="493276"/>
          </a:xfrm>
          <a:prstGeom prst="roundRect">
            <a:avLst>
              <a:gd name="adj" fmla="val 18535436"/>
            </a:avLst>
          </a:prstGeom>
          <a:solidFill>
            <a:srgbClr val="DA1B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51159" y="2339340"/>
            <a:ext cx="221933" cy="2219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5547" y="2821781"/>
            <a:ext cx="2163604" cy="27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Frontend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15547" y="3166943"/>
            <a:ext cx="5565100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React + Vite for lightning-fast development and rendering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77470" y="2031683"/>
            <a:ext cx="5909310" cy="1769983"/>
          </a:xfrm>
          <a:prstGeom prst="roundRect">
            <a:avLst>
              <a:gd name="adj" fmla="val 3902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49515" y="2203728"/>
            <a:ext cx="493276" cy="493276"/>
          </a:xfrm>
          <a:prstGeom prst="roundRect">
            <a:avLst>
              <a:gd name="adj" fmla="val 18535436"/>
            </a:avLst>
          </a:prstGeom>
          <a:solidFill>
            <a:srgbClr val="DA1B2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5127" y="2339340"/>
            <a:ext cx="221933" cy="22193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9515" y="2821781"/>
            <a:ext cx="2163604" cy="27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UI/Design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549515" y="3166943"/>
            <a:ext cx="5565219" cy="46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Tailwind CSS + styled-components for responsive, modern interfaces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1343501" y="3926443"/>
            <a:ext cx="5909191" cy="1538645"/>
          </a:xfrm>
          <a:prstGeom prst="roundRect">
            <a:avLst>
              <a:gd name="adj" fmla="val 448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515547" y="4098488"/>
            <a:ext cx="493276" cy="493276"/>
          </a:xfrm>
          <a:prstGeom prst="roundRect">
            <a:avLst>
              <a:gd name="adj" fmla="val 18535436"/>
            </a:avLst>
          </a:prstGeom>
          <a:solidFill>
            <a:srgbClr val="DA1B2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51159" y="4234101"/>
            <a:ext cx="221933" cy="22193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15547" y="4716542"/>
            <a:ext cx="2163604" cy="27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Backend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515547" y="5061704"/>
            <a:ext cx="5565100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Node.js + Express for robust server-side logic and API endpoints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377470" y="3926443"/>
            <a:ext cx="5909310" cy="1538645"/>
          </a:xfrm>
          <a:prstGeom prst="roundRect">
            <a:avLst>
              <a:gd name="adj" fmla="val 4489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549515" y="4098488"/>
            <a:ext cx="493276" cy="493276"/>
          </a:xfrm>
          <a:prstGeom prst="roundRect">
            <a:avLst>
              <a:gd name="adj" fmla="val 18535436"/>
            </a:avLst>
          </a:prstGeom>
          <a:solidFill>
            <a:srgbClr val="DA1B2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5127" y="4234101"/>
            <a:ext cx="221933" cy="22193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9515" y="4716542"/>
            <a:ext cx="2163604" cy="27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Database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549515" y="5061704"/>
            <a:ext cx="5565219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MongoDB + Mongoose for flexible, scalable data modeling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1343501" y="5589865"/>
            <a:ext cx="5909191" cy="1769983"/>
          </a:xfrm>
          <a:prstGeom prst="roundRect">
            <a:avLst>
              <a:gd name="adj" fmla="val 3902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515547" y="5761911"/>
            <a:ext cx="493276" cy="493276"/>
          </a:xfrm>
          <a:prstGeom prst="roundRect">
            <a:avLst>
              <a:gd name="adj" fmla="val 18535436"/>
            </a:avLst>
          </a:prstGeom>
          <a:solidFill>
            <a:srgbClr val="DA1B2E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51159" y="5897523"/>
            <a:ext cx="221933" cy="22193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15547" y="6379964"/>
            <a:ext cx="2163604" cy="27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Payments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1515547" y="6725126"/>
            <a:ext cx="5565100" cy="46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Stripe integration with Razorpay placeholder for secure transactions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7377470" y="5589865"/>
            <a:ext cx="5909310" cy="1769983"/>
          </a:xfrm>
          <a:prstGeom prst="roundRect">
            <a:avLst>
              <a:gd name="adj" fmla="val 3902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549515" y="5761911"/>
            <a:ext cx="493276" cy="493276"/>
          </a:xfrm>
          <a:prstGeom prst="roundRect">
            <a:avLst>
              <a:gd name="adj" fmla="val 18535436"/>
            </a:avLst>
          </a:prstGeom>
          <a:solidFill>
            <a:srgbClr val="DA1B2E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85127" y="5897523"/>
            <a:ext cx="221933" cy="22193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49515" y="6379964"/>
            <a:ext cx="2163604" cy="270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Media Storage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7549515" y="6725126"/>
            <a:ext cx="5565219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Cloudinary + Multer for efficient image handling and uploads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73BBDB-8D6A-248F-299B-6017788EF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4630400" cy="738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083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4333" y="752237"/>
            <a:ext cx="479619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Project Architecture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094333" y="1532573"/>
            <a:ext cx="7928134" cy="500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three-tier structure separating user interface, administrative controls, and data persistence layers.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268045" y="2450544"/>
            <a:ext cx="173712" cy="956786"/>
          </a:xfrm>
          <a:prstGeom prst="roundRect">
            <a:avLst>
              <a:gd name="adj" fmla="val 42001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4333" y="2336602"/>
            <a:ext cx="521137" cy="521137"/>
          </a:xfrm>
          <a:prstGeom prst="roundRect">
            <a:avLst>
              <a:gd name="adj" fmla="val 87731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4587" y="2466856"/>
            <a:ext cx="260509" cy="2605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54654" y="2363748"/>
            <a:ext cx="228564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User Storefront</a:t>
            </a:r>
            <a:endParaRPr lang="en-US" sz="1750" b="1" dirty="0"/>
          </a:p>
        </p:txBody>
      </p:sp>
      <p:sp>
        <p:nvSpPr>
          <p:cNvPr id="9" name="Text 5"/>
          <p:cNvSpPr/>
          <p:nvPr/>
        </p:nvSpPr>
        <p:spPr>
          <a:xfrm>
            <a:off x="6754654" y="2732961"/>
            <a:ext cx="7267813" cy="500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src/ directory contains React components, pages, and ShopContext for state management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528554" y="3807143"/>
            <a:ext cx="173712" cy="956786"/>
          </a:xfrm>
          <a:prstGeom prst="roundRect">
            <a:avLst>
              <a:gd name="adj" fmla="val 42001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354842" y="3693200"/>
            <a:ext cx="521137" cy="521137"/>
          </a:xfrm>
          <a:prstGeom prst="roundRect">
            <a:avLst>
              <a:gd name="adj" fmla="val 87731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5096" y="3823454"/>
            <a:ext cx="260509" cy="26050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15163" y="3720346"/>
            <a:ext cx="228564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API Server</a:t>
            </a:r>
            <a:endParaRPr lang="en-US" sz="1750" b="1" dirty="0"/>
          </a:p>
        </p:txBody>
      </p:sp>
      <p:sp>
        <p:nvSpPr>
          <p:cNvPr id="14" name="Text 9"/>
          <p:cNvSpPr/>
          <p:nvPr/>
        </p:nvSpPr>
        <p:spPr>
          <a:xfrm>
            <a:off x="7015163" y="4089559"/>
            <a:ext cx="7007304" cy="500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database/ houses routes, controllers, models, middleware, and configuration files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789182" y="5163741"/>
            <a:ext cx="173712" cy="956786"/>
          </a:xfrm>
          <a:prstGeom prst="roundRect">
            <a:avLst>
              <a:gd name="adj" fmla="val 42001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615470" y="5049798"/>
            <a:ext cx="521137" cy="521137"/>
          </a:xfrm>
          <a:prstGeom prst="roundRect">
            <a:avLst>
              <a:gd name="adj" fmla="val 87731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5724" y="5180052"/>
            <a:ext cx="260509" cy="26050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75790" y="5076944"/>
            <a:ext cx="228564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Admin Dashboard</a:t>
            </a:r>
            <a:endParaRPr lang="en-US" sz="1750" b="1" dirty="0"/>
          </a:p>
        </p:txBody>
      </p:sp>
      <p:sp>
        <p:nvSpPr>
          <p:cNvPr id="19" name="Text 13"/>
          <p:cNvSpPr/>
          <p:nvPr/>
        </p:nvSpPr>
        <p:spPr>
          <a:xfrm>
            <a:off x="7275790" y="5446157"/>
            <a:ext cx="6746677" cy="500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admin/ provides separate React application for product management and order tracking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7049691" y="6520339"/>
            <a:ext cx="173712" cy="956786"/>
          </a:xfrm>
          <a:prstGeom prst="roundRect">
            <a:avLst>
              <a:gd name="adj" fmla="val 42001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875978" y="6406396"/>
            <a:ext cx="521137" cy="521137"/>
          </a:xfrm>
          <a:prstGeom prst="roundRect">
            <a:avLst>
              <a:gd name="adj" fmla="val 87731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06233" y="6536650"/>
            <a:ext cx="260509" cy="26050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36299" y="6433542"/>
            <a:ext cx="228564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Media Storage</a:t>
            </a:r>
            <a:endParaRPr lang="en-US" sz="1750" b="1" dirty="0"/>
          </a:p>
        </p:txBody>
      </p:sp>
      <p:sp>
        <p:nvSpPr>
          <p:cNvPr id="24" name="Text 17"/>
          <p:cNvSpPr/>
          <p:nvPr/>
        </p:nvSpPr>
        <p:spPr>
          <a:xfrm>
            <a:off x="7536299" y="6802755"/>
            <a:ext cx="6486168" cy="500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uploads/ directory stores images temporarily before Cloudinary processing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069419"/>
            <a:ext cx="656439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Backend API Structure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2323624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Core Components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44709" y="2967752"/>
            <a:ext cx="354937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API entry point at </a:t>
            </a: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database/server.js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establishes connections to MongoDB and Cloudinary, then serves routes and static assets.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244709" y="4896207"/>
            <a:ext cx="354937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Images are served directly from the </a:t>
            </a: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uploads/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directory, providing fast access to product media.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330339" y="2323624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API Endpoints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10330339" y="2967752"/>
            <a:ext cx="3549372" cy="411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/api/user — User authentication and profile management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/api/product — Product catalog operations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/api/cart — Shopping cart functionality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/api/order — Order processing and tracking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/api/wishlist — Wishlist management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86508"/>
            <a:ext cx="727876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Security Implementation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732484"/>
            <a:ext cx="6448544" cy="2020372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30480">
            <a:solidFill>
              <a:srgbClr val="DFB8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7829" y="2732484"/>
            <a:ext cx="121920" cy="2020372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5" name="Text 3"/>
          <p:cNvSpPr/>
          <p:nvPr/>
        </p:nvSpPr>
        <p:spPr>
          <a:xfrm>
            <a:off x="1096804" y="2979539"/>
            <a:ext cx="294477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JWT Authentication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6804" y="3465671"/>
            <a:ext cx="586299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JSON Web Tokens stored in localStorage provide session management with 24-hour expiration for enhanced security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23428" y="2732484"/>
            <a:ext cx="6448663" cy="2020372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30480">
            <a:solidFill>
              <a:srgbClr val="DFB8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2948" y="2732484"/>
            <a:ext cx="121920" cy="2020372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9" name="Text 7"/>
          <p:cNvSpPr/>
          <p:nvPr/>
        </p:nvSpPr>
        <p:spPr>
          <a:xfrm>
            <a:off x="7761923" y="297953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Protected Routes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61923" y="3465671"/>
            <a:ext cx="586311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Middleware validates tokens and sets req.userId for authenticated requests, ensuring data privacy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58309" y="4969431"/>
            <a:ext cx="6448544" cy="1673662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30480">
            <a:solidFill>
              <a:srgbClr val="DFB8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7829" y="4969431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1096804" y="52164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Admin Protection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6804" y="5702618"/>
            <a:ext cx="586299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Separate adminAuth middleware protects sensitive endpoints from unauthorized access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23428" y="4969431"/>
            <a:ext cx="6448663" cy="1673662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 w="30480">
            <a:solidFill>
              <a:srgbClr val="DFB8B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2948" y="4969431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7761923" y="52164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Password Security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61923" y="5702618"/>
            <a:ext cx="586311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Bcrypt hashing ensures passwords are never stored in plain text, protecting user credentials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6463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Data Models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01060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MongoDB collections designed for efficient querying and flexible data relationships.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309" y="2601039"/>
            <a:ext cx="541615" cy="541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309" y="341340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User Model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58309" y="3899535"/>
            <a:ext cx="642151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 information, cart data, profile images, and authentication details stored in a single document for quick access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0574" y="2601039"/>
            <a:ext cx="541615" cy="5416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0574" y="341340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Product Model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0574" y="3899535"/>
            <a:ext cx="64215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Product details, four image URLs, available sizes, category classifications, and pricing information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309" y="5372933"/>
            <a:ext cx="541615" cy="5416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58309" y="618529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Order Model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58309" y="6671429"/>
            <a:ext cx="64215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Order items, total amounts, shipping addresses, payment status, and delivery tracking fields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0574" y="5372933"/>
            <a:ext cx="541615" cy="54161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0574" y="618529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Wishlist Model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450574" y="6671429"/>
            <a:ext cx="64215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 wishlist items supporting both products and video content with flexible schema design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570" y="599123"/>
            <a:ext cx="5644039" cy="705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Storefront Features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50570" y="1729145"/>
            <a:ext cx="21443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50570" y="2063115"/>
            <a:ext cx="6458426" cy="3048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5" name="Text 3"/>
          <p:cNvSpPr/>
          <p:nvPr/>
        </p:nvSpPr>
        <p:spPr>
          <a:xfrm>
            <a:off x="750570" y="2231231"/>
            <a:ext cx="2822019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Browse &amp; Discover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0570" y="2711172"/>
            <a:ext cx="6458426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Explore home page and curated collections with responsive product grids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21285" y="1729145"/>
            <a:ext cx="21443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21285" y="2063115"/>
            <a:ext cx="6458545" cy="3048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9" name="Text 7"/>
          <p:cNvSpPr/>
          <p:nvPr/>
        </p:nvSpPr>
        <p:spPr>
          <a:xfrm>
            <a:off x="7421285" y="2231231"/>
            <a:ext cx="2822019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Product Details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1285" y="2711172"/>
            <a:ext cx="6458545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View comprehensive product information at /product/:productId with size selection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50570" y="3767018"/>
            <a:ext cx="21443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50570" y="4100989"/>
            <a:ext cx="6458426" cy="3048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750570" y="4269105"/>
            <a:ext cx="2822019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Cart Management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0570" y="4749046"/>
            <a:ext cx="6458426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Add to cart, adjust quantities, and manage items with real-time updates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421285" y="3767018"/>
            <a:ext cx="21443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04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421285" y="4100989"/>
            <a:ext cx="6458545" cy="3048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7421285" y="4269105"/>
            <a:ext cx="3142536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Wishlist Functionality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1285" y="4749046"/>
            <a:ext cx="6458545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Save favorites with add/remove actions and dropdown preview capability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50570" y="5804892"/>
            <a:ext cx="21443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05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50570" y="6138863"/>
            <a:ext cx="6458426" cy="3048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21" name="Text 19"/>
          <p:cNvSpPr/>
          <p:nvPr/>
        </p:nvSpPr>
        <p:spPr>
          <a:xfrm>
            <a:off x="750570" y="6306979"/>
            <a:ext cx="2822019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Secure Checkout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0570" y="6786920"/>
            <a:ext cx="6458426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Choose Cash on Delivery or Stripe payment with order placement at /api/order/place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421285" y="5804892"/>
            <a:ext cx="21443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06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421285" y="6138863"/>
            <a:ext cx="6458545" cy="3048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25" name="Text 23"/>
          <p:cNvSpPr/>
          <p:nvPr/>
        </p:nvSpPr>
        <p:spPr>
          <a:xfrm>
            <a:off x="7421285" y="6306979"/>
            <a:ext cx="2822019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Order Tracking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21285" y="6786920"/>
            <a:ext cx="6458545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Monitor order status and download invoice PDFs for record keeping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4A3253-AC1C-B88C-9CE7-B3EBFA8BC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6363"/>
            <a:ext cx="14630400" cy="711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039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85713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State Management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1656397"/>
            <a:ext cx="571761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ShopContext — Centralized State Layer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2554129"/>
            <a:ext cx="297156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Core State Elements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58309" y="3126938"/>
            <a:ext cx="3549372" cy="3769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cartItems — Current shopping cart contents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products — Product catalog data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token — JWT authentication token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userData — User profile information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wishlist — Saved items collection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843939" y="2554129"/>
            <a:ext cx="3549372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Backend Synchronization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43939" y="3483173"/>
            <a:ext cx="354937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Context functions handle API calls automatically, eliminating duplicate logic across components.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843939" y="5064919"/>
            <a:ext cx="3549372" cy="223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Fetch products on initial load via GET /api/product/list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Cart operations: add, update, get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Wishlist operations: add, remove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74740"/>
            <a:ext cx="757975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Checkout &amp; Payment Flow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1574006"/>
            <a:ext cx="561320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Stripe Integration End-to-End Process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255163"/>
            <a:ext cx="1083231" cy="12999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58114" y="24717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Order Placement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058114" y="2957870"/>
            <a:ext cx="594524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 initiates checkout from PlaceOrder.jsx component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3555087"/>
            <a:ext cx="1083231" cy="12999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58114" y="377166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Session Creation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2058114" y="4257794"/>
            <a:ext cx="1181397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Backend generates Stripe Checkout session in placeOrderStripe controller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4855012"/>
            <a:ext cx="1083231" cy="12999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58114" y="507158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User Redirect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2058114" y="5557718"/>
            <a:ext cx="1181397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Stripe handles payment collection and redirects to Verify.jsx with session data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09" y="6154936"/>
            <a:ext cx="1083231" cy="12999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058114" y="637151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Verification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2058114" y="6857643"/>
            <a:ext cx="1181397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POST /api/order/verifyStripe updates payment status, sets delivery to processing, and clears cart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CCC6F6-0C4A-C830-8011-0FAC163D1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4630400" cy="767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229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543" y="568404"/>
            <a:ext cx="5440204" cy="679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Orders &amp; Invoices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23543" y="2852380"/>
            <a:ext cx="3611404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Orders Page Functionality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3543" y="3389590"/>
            <a:ext cx="8392597" cy="646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Orders.jsx loads user orders via POST /api/order/userorders, displaying status progress and timeline UI.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3543" y="4232791"/>
            <a:ext cx="2720102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Available Actions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3543" y="4770001"/>
            <a:ext cx="8392597" cy="1752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Download Invoice</a:t>
            </a: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Client-side PDF generation using html2pdf.js and jsPDF libraries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Email Invoice</a:t>
            </a: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API call to /api/order/send-invoice for delivery notification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Cancel Order</a:t>
            </a: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Modal opens for reason input, then POST /api/order/cancel updates status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18A1A5-AAE1-6DD5-50F4-CB0F94C72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140" y="908387"/>
            <a:ext cx="5287113" cy="58682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186</TotalTime>
  <Words>744</Words>
  <Application>Microsoft Office PowerPoint</Application>
  <PresentationFormat>Custom</PresentationFormat>
  <Paragraphs>115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Gill Sans MT</vt:lpstr>
      <vt:lpstr>Sora Semi Bold</vt:lpstr>
      <vt:lpstr>Sora Light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Shivendra Tiwari</cp:lastModifiedBy>
  <cp:revision>4</cp:revision>
  <dcterms:created xsi:type="dcterms:W3CDTF">2026-04-02T09:41:39Z</dcterms:created>
  <dcterms:modified xsi:type="dcterms:W3CDTF">2026-04-02T12:55:58Z</dcterms:modified>
</cp:coreProperties>
</file>